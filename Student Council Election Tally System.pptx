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493200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85200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482E5-70D5-4B2F-9BF3-C207CFCE9A4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76829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887695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8482E5-70D5-4B2F-9BF3-C207CFCE9A43}"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38941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8482E5-70D5-4B2F-9BF3-C207CFCE9A43}"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362842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8482E5-70D5-4B2F-9BF3-C207CFCE9A43}" type="datetimeFigureOut">
              <a:rPr lang="en-IN" smtClean="0"/>
              <a:t>21-09-2026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646985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55059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752030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09828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93863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99797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8482E5-70D5-4B2F-9BF3-C207CFCE9A43}"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781912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C8482E5-70D5-4B2F-9BF3-C207CFCE9A43}"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789730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C8482E5-70D5-4B2F-9BF3-C207CFCE9A43}"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4061896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1344606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8482E5-70D5-4B2F-9BF3-C207CFCE9A43}"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23BFDD-62BF-4EFD-A805-A491D71EFAC5}" type="slidenum">
              <a:rPr lang="en-IN" smtClean="0"/>
              <a:t>‹#›</a:t>
            </a:fld>
            <a:endParaRPr lang="en-IN"/>
          </a:p>
        </p:txBody>
      </p:sp>
    </p:spTree>
    <p:extLst>
      <p:ext uri="{BB962C8B-B14F-4D97-AF65-F5344CB8AC3E}">
        <p14:creationId xmlns:p14="http://schemas.microsoft.com/office/powerpoint/2010/main" val="2680994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C8482E5-70D5-4B2F-9BF3-C207CFCE9A43}" type="datetimeFigureOut">
              <a:rPr lang="en-IN" smtClean="0"/>
              <a:t>21-09-2026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523BFDD-62BF-4EFD-A805-A491D71EFAC5}" type="slidenum">
              <a:rPr lang="en-IN" smtClean="0"/>
              <a:t>‹#›</a:t>
            </a:fld>
            <a:endParaRPr lang="en-IN"/>
          </a:p>
        </p:txBody>
      </p:sp>
    </p:spTree>
    <p:extLst>
      <p:ext uri="{BB962C8B-B14F-4D97-AF65-F5344CB8AC3E}">
        <p14:creationId xmlns:p14="http://schemas.microsoft.com/office/powerpoint/2010/main" val="2951370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69422-D0B8-9FC8-3063-9BF756F133D4}"/>
              </a:ext>
            </a:extLst>
          </p:cNvPr>
          <p:cNvSpPr>
            <a:spLocks noGrp="1"/>
          </p:cNvSpPr>
          <p:nvPr>
            <p:ph type="ctrTitle"/>
          </p:nvPr>
        </p:nvSpPr>
        <p:spPr/>
        <p:txBody>
          <a:bodyPr/>
          <a:lstStyle/>
          <a:p>
            <a:r>
              <a:rPr lang="en-US" dirty="0"/>
              <a:t>Student Council Election Tally System</a:t>
            </a:r>
            <a:endParaRPr lang="en-IN" dirty="0"/>
          </a:p>
        </p:txBody>
      </p:sp>
      <p:sp>
        <p:nvSpPr>
          <p:cNvPr id="3" name="Subtitle 2">
            <a:extLst>
              <a:ext uri="{FF2B5EF4-FFF2-40B4-BE49-F238E27FC236}">
                <a16:creationId xmlns:a16="http://schemas.microsoft.com/office/drawing/2014/main" id="{DC4C642B-59A4-FDDA-A1F1-4C434B23F8E2}"/>
              </a:ext>
            </a:extLst>
          </p:cNvPr>
          <p:cNvSpPr>
            <a:spLocks noGrp="1"/>
          </p:cNvSpPr>
          <p:nvPr>
            <p:ph type="subTitle" idx="1"/>
          </p:nvPr>
        </p:nvSpPr>
        <p:spPr/>
        <p:txBody>
          <a:bodyPr/>
          <a:lstStyle/>
          <a:p>
            <a:r>
              <a:rPr lang="en-US" dirty="0">
                <a:solidFill>
                  <a:srgbClr val="FFC000"/>
                </a:solidFill>
              </a:rPr>
              <a:t>Problem Solving Using Java</a:t>
            </a:r>
            <a:endParaRPr lang="en-IN" dirty="0">
              <a:solidFill>
                <a:srgbClr val="FFC000"/>
              </a:solidFill>
            </a:endParaRPr>
          </a:p>
        </p:txBody>
      </p:sp>
      <p:sp>
        <p:nvSpPr>
          <p:cNvPr id="4" name="TextBox 3">
            <a:extLst>
              <a:ext uri="{FF2B5EF4-FFF2-40B4-BE49-F238E27FC236}">
                <a16:creationId xmlns:a16="http://schemas.microsoft.com/office/drawing/2014/main" id="{0B83C342-929E-6D78-C2C2-E0C26F454470}"/>
              </a:ext>
            </a:extLst>
          </p:cNvPr>
          <p:cNvSpPr txBox="1"/>
          <p:nvPr/>
        </p:nvSpPr>
        <p:spPr>
          <a:xfrm>
            <a:off x="8593394" y="5250426"/>
            <a:ext cx="3342967" cy="923330"/>
          </a:xfrm>
          <a:prstGeom prst="rect">
            <a:avLst/>
          </a:prstGeom>
          <a:noFill/>
        </p:spPr>
        <p:txBody>
          <a:bodyPr wrap="square" rtlCol="0">
            <a:spAutoFit/>
          </a:bodyPr>
          <a:lstStyle/>
          <a:p>
            <a:r>
              <a:rPr lang="en-US" dirty="0">
                <a:solidFill>
                  <a:srgbClr val="FFC000"/>
                </a:solidFill>
              </a:rPr>
              <a:t>Batch No: 4</a:t>
            </a:r>
          </a:p>
          <a:p>
            <a:r>
              <a:rPr lang="en-US" dirty="0" err="1"/>
              <a:t>Thummeti</a:t>
            </a:r>
            <a:r>
              <a:rPr lang="en-US" dirty="0"/>
              <a:t> Teja-2620030003</a:t>
            </a:r>
          </a:p>
          <a:p>
            <a:r>
              <a:rPr lang="en-US" dirty="0"/>
              <a:t>Prakash Machgaiya-2620030067</a:t>
            </a:r>
            <a:endParaRPr lang="en-IN" dirty="0"/>
          </a:p>
        </p:txBody>
      </p:sp>
    </p:spTree>
    <p:extLst>
      <p:ext uri="{BB962C8B-B14F-4D97-AF65-F5344CB8AC3E}">
        <p14:creationId xmlns:p14="http://schemas.microsoft.com/office/powerpoint/2010/main" val="5909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58641-D6EE-2903-8FFF-0F319898E50F}"/>
              </a:ext>
            </a:extLst>
          </p:cNvPr>
          <p:cNvSpPr>
            <a:spLocks noGrp="1"/>
          </p:cNvSpPr>
          <p:nvPr>
            <p:ph type="title"/>
          </p:nvPr>
        </p:nvSpPr>
        <p:spPr/>
        <p:txBody>
          <a:bodyPr/>
          <a:lstStyle/>
          <a:p>
            <a:pPr algn="l"/>
            <a:r>
              <a:rPr lang="en-US" dirty="0">
                <a:solidFill>
                  <a:srgbClr val="FFC000"/>
                </a:solidFill>
              </a:rPr>
              <a:t>Abstract:</a:t>
            </a:r>
            <a:endParaRPr lang="en-IN" dirty="0">
              <a:solidFill>
                <a:srgbClr val="FFC000"/>
              </a:solidFill>
            </a:endParaRPr>
          </a:p>
        </p:txBody>
      </p:sp>
      <p:sp>
        <p:nvSpPr>
          <p:cNvPr id="3" name="Content Placeholder 2">
            <a:extLst>
              <a:ext uri="{FF2B5EF4-FFF2-40B4-BE49-F238E27FC236}">
                <a16:creationId xmlns:a16="http://schemas.microsoft.com/office/drawing/2014/main" id="{DE1FB5FF-B52E-F9FF-0CE5-A4E460D7B415}"/>
              </a:ext>
            </a:extLst>
          </p:cNvPr>
          <p:cNvSpPr>
            <a:spLocks noGrp="1"/>
          </p:cNvSpPr>
          <p:nvPr>
            <p:ph idx="1"/>
          </p:nvPr>
        </p:nvSpPr>
        <p:spPr/>
        <p:txBody>
          <a:bodyPr/>
          <a:lstStyle/>
          <a:p>
            <a:r>
              <a:rPr lang="en-US" dirty="0"/>
              <a:t>The Student-Council election tally system makes voting and counting votes for school elections much easier. Using paper ballots by hand is time-consuming and it is easy to make mistakes. This Student-Council Election Tally System makes managing elections easier. Profiles can be made for candidates. Students can safely cast their votes. To keep things fair the student-council election tally system marks a voter account after they submit a ballot so that no one can vote twice. The student council election tally system also counts the votes automatically to find the totals right away. This student-council election tally system cuts down on paper ,stops counting mistakes and shows the results faster. It is built by using Java. It can grow to include things like encrypted logins.</a:t>
            </a:r>
            <a:endParaRPr lang="en-IN" dirty="0"/>
          </a:p>
        </p:txBody>
      </p:sp>
    </p:spTree>
    <p:extLst>
      <p:ext uri="{BB962C8B-B14F-4D97-AF65-F5344CB8AC3E}">
        <p14:creationId xmlns:p14="http://schemas.microsoft.com/office/powerpoint/2010/main" val="663103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0290-F360-9FAE-17C0-5F0DF340F4A8}"/>
              </a:ext>
            </a:extLst>
          </p:cNvPr>
          <p:cNvSpPr>
            <a:spLocks noGrp="1"/>
          </p:cNvSpPr>
          <p:nvPr>
            <p:ph type="title"/>
          </p:nvPr>
        </p:nvSpPr>
        <p:spPr/>
        <p:txBody>
          <a:bodyPr/>
          <a:lstStyle/>
          <a:p>
            <a:pPr algn="l"/>
            <a:r>
              <a:rPr lang="en-US" dirty="0">
                <a:solidFill>
                  <a:srgbClr val="FFC000"/>
                </a:solidFill>
              </a:rPr>
              <a:t>Understanding Problem Statement:</a:t>
            </a:r>
            <a:endParaRPr lang="en-IN" dirty="0">
              <a:solidFill>
                <a:srgbClr val="FFC000"/>
              </a:solidFill>
            </a:endParaRPr>
          </a:p>
        </p:txBody>
      </p:sp>
      <p:sp>
        <p:nvSpPr>
          <p:cNvPr id="3" name="Content Placeholder 2">
            <a:extLst>
              <a:ext uri="{FF2B5EF4-FFF2-40B4-BE49-F238E27FC236}">
                <a16:creationId xmlns:a16="http://schemas.microsoft.com/office/drawing/2014/main" id="{61B9D7B6-18F9-2998-8A9D-2C4F56BA4649}"/>
              </a:ext>
            </a:extLst>
          </p:cNvPr>
          <p:cNvSpPr>
            <a:spLocks noGrp="1"/>
          </p:cNvSpPr>
          <p:nvPr>
            <p:ph idx="1"/>
          </p:nvPr>
        </p:nvSpPr>
        <p:spPr/>
        <p:txBody>
          <a:bodyPr>
            <a:normAutofit fontScale="92500" lnSpcReduction="20000"/>
          </a:bodyPr>
          <a:lstStyle/>
          <a:p>
            <a:r>
              <a:rPr lang="en-US" dirty="0"/>
              <a:t>The objective is to design and implement a software system that manages the voting process for a student council election.</a:t>
            </a:r>
          </a:p>
          <a:p>
            <a:r>
              <a:rPr lang="en-US" b="1" dirty="0"/>
              <a:t>Core Requirements:</a:t>
            </a:r>
            <a:endParaRPr lang="en-US" dirty="0"/>
          </a:p>
          <a:p>
            <a:pPr>
              <a:buFont typeface="Arial" panose="020B0604020202020204" pitchFamily="34" charset="0"/>
              <a:buChar char="•"/>
            </a:pPr>
            <a:r>
              <a:rPr lang="en-US" b="1" dirty="0"/>
              <a:t>Candidate Management:</a:t>
            </a:r>
            <a:r>
              <a:rPr lang="en-US" dirty="0"/>
              <a:t> The system must allow an administrator to register candidates running for the election.</a:t>
            </a:r>
          </a:p>
          <a:p>
            <a:pPr>
              <a:buFont typeface="Arial" panose="020B0604020202020204" pitchFamily="34" charset="0"/>
              <a:buChar char="•"/>
            </a:pPr>
            <a:r>
              <a:rPr lang="en-US" b="1" dirty="0"/>
              <a:t>Vote Casting:</a:t>
            </a:r>
            <a:r>
              <a:rPr lang="en-US" dirty="0"/>
              <a:t> Voters must be able to view the list of valid candidates and cast a single vote for their preferred choice.</a:t>
            </a:r>
          </a:p>
          <a:p>
            <a:pPr>
              <a:buFont typeface="Arial" panose="020B0604020202020204" pitchFamily="34" charset="0"/>
              <a:buChar char="•"/>
            </a:pPr>
            <a:r>
              <a:rPr lang="en-US" b="1" dirty="0"/>
              <a:t>Data Integrity:</a:t>
            </a:r>
            <a:r>
              <a:rPr lang="en-US" dirty="0"/>
              <a:t> The system must validate inputs (e.g., preventing votes for non-existent candidates).</a:t>
            </a:r>
          </a:p>
          <a:p>
            <a:pPr>
              <a:buFont typeface="Arial" panose="020B0604020202020204" pitchFamily="34" charset="0"/>
              <a:buChar char="•"/>
            </a:pPr>
            <a:r>
              <a:rPr lang="en-US" b="1" dirty="0"/>
              <a:t>Tallying and Display:</a:t>
            </a:r>
            <a:r>
              <a:rPr lang="en-US" dirty="0"/>
              <a:t> The system must maintain a live count of votes for each candidate and display the current standings when requested.</a:t>
            </a:r>
          </a:p>
          <a:p>
            <a:pPr>
              <a:buFont typeface="Arial" panose="020B0604020202020204" pitchFamily="34" charset="0"/>
              <a:buChar char="•"/>
            </a:pPr>
            <a:r>
              <a:rPr lang="en-US" b="1" dirty="0"/>
              <a:t>Result Declaration:</a:t>
            </a:r>
            <a:r>
              <a:rPr lang="en-US" dirty="0"/>
              <a:t> At the end of the election, the system must calculate the highest number of votes, handle potential ties, and officially declare the winner(s).</a:t>
            </a:r>
          </a:p>
          <a:p>
            <a:endParaRPr lang="en-IN" dirty="0"/>
          </a:p>
        </p:txBody>
      </p:sp>
    </p:spTree>
    <p:extLst>
      <p:ext uri="{BB962C8B-B14F-4D97-AF65-F5344CB8AC3E}">
        <p14:creationId xmlns:p14="http://schemas.microsoft.com/office/powerpoint/2010/main" val="2882738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03F05-D52A-8902-D66E-0347F30AD243}"/>
              </a:ext>
            </a:extLst>
          </p:cNvPr>
          <p:cNvSpPr>
            <a:spLocks noGrp="1"/>
          </p:cNvSpPr>
          <p:nvPr>
            <p:ph type="title"/>
          </p:nvPr>
        </p:nvSpPr>
        <p:spPr/>
        <p:txBody>
          <a:bodyPr/>
          <a:lstStyle/>
          <a:p>
            <a:pPr algn="l"/>
            <a:r>
              <a:rPr lang="en-US" dirty="0">
                <a:solidFill>
                  <a:srgbClr val="FFC000"/>
                </a:solidFill>
              </a:rPr>
              <a:t>CO1:</a:t>
            </a:r>
            <a:endParaRPr lang="en-IN" dirty="0">
              <a:solidFill>
                <a:srgbClr val="FFC000"/>
              </a:solidFill>
            </a:endParaRPr>
          </a:p>
        </p:txBody>
      </p:sp>
      <p:sp>
        <p:nvSpPr>
          <p:cNvPr id="3" name="Content Placeholder 2">
            <a:extLst>
              <a:ext uri="{FF2B5EF4-FFF2-40B4-BE49-F238E27FC236}">
                <a16:creationId xmlns:a16="http://schemas.microsoft.com/office/drawing/2014/main" id="{34FA3C1A-8690-1884-B0D1-E2D892808541}"/>
              </a:ext>
            </a:extLst>
          </p:cNvPr>
          <p:cNvSpPr>
            <a:spLocks noGrp="1"/>
          </p:cNvSpPr>
          <p:nvPr>
            <p:ph idx="1"/>
          </p:nvPr>
        </p:nvSpPr>
        <p:spPr>
          <a:xfrm>
            <a:off x="913795" y="1399624"/>
            <a:ext cx="10353762" cy="4058751"/>
          </a:xfrm>
        </p:spPr>
        <p:txBody>
          <a:bodyPr/>
          <a:lstStyle/>
          <a:p>
            <a:pPr marL="36900" indent="0">
              <a:buNone/>
            </a:pPr>
            <a:endParaRPr lang="en-US" dirty="0"/>
          </a:p>
          <a:p>
            <a:r>
              <a:rPr lang="en-US" dirty="0"/>
              <a:t>The method is the main method.</a:t>
            </a:r>
          </a:p>
          <a:p>
            <a:r>
              <a:rPr lang="en-US" dirty="0"/>
              <a:t>Scanner class has been used to know the number of students voting and the vote that each student casts.</a:t>
            </a:r>
          </a:p>
          <a:p>
            <a:r>
              <a:rPr lang="en-US" dirty="0"/>
              <a:t>Logical operators have been used to check conditions.</a:t>
            </a:r>
          </a:p>
          <a:p>
            <a:endParaRPr lang="en-IN" dirty="0"/>
          </a:p>
        </p:txBody>
      </p:sp>
    </p:spTree>
    <p:extLst>
      <p:ext uri="{BB962C8B-B14F-4D97-AF65-F5344CB8AC3E}">
        <p14:creationId xmlns:p14="http://schemas.microsoft.com/office/powerpoint/2010/main" val="2310998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87A50-3083-54B7-BAD8-FEFE577106FE}"/>
              </a:ext>
            </a:extLst>
          </p:cNvPr>
          <p:cNvSpPr>
            <a:spLocks noGrp="1"/>
          </p:cNvSpPr>
          <p:nvPr>
            <p:ph type="title"/>
          </p:nvPr>
        </p:nvSpPr>
        <p:spPr/>
        <p:txBody>
          <a:bodyPr/>
          <a:lstStyle/>
          <a:p>
            <a:pPr algn="l"/>
            <a:r>
              <a:rPr lang="en-US" dirty="0">
                <a:solidFill>
                  <a:srgbClr val="FFC000"/>
                </a:solidFill>
              </a:rPr>
              <a:t>CO2:</a:t>
            </a:r>
            <a:endParaRPr lang="en-IN" dirty="0">
              <a:solidFill>
                <a:srgbClr val="FFC000"/>
              </a:solidFill>
            </a:endParaRPr>
          </a:p>
        </p:txBody>
      </p:sp>
      <p:sp>
        <p:nvSpPr>
          <p:cNvPr id="3" name="Content Placeholder 2">
            <a:extLst>
              <a:ext uri="{FF2B5EF4-FFF2-40B4-BE49-F238E27FC236}">
                <a16:creationId xmlns:a16="http://schemas.microsoft.com/office/drawing/2014/main" id="{C24E13B4-1DE0-52F2-3D09-14E3360A0533}"/>
              </a:ext>
            </a:extLst>
          </p:cNvPr>
          <p:cNvSpPr>
            <a:spLocks noGrp="1"/>
          </p:cNvSpPr>
          <p:nvPr>
            <p:ph idx="1"/>
          </p:nvPr>
        </p:nvSpPr>
        <p:spPr/>
        <p:txBody>
          <a:bodyPr/>
          <a:lstStyle/>
          <a:p>
            <a:r>
              <a:rPr lang="en-US" dirty="0"/>
              <a:t>While loop has been used to keep taking the vote from the students.</a:t>
            </a:r>
          </a:p>
          <a:p>
            <a:r>
              <a:rPr lang="en-US" dirty="0"/>
              <a:t>If-else conditional statements have been used.</a:t>
            </a:r>
          </a:p>
          <a:p>
            <a:r>
              <a:rPr lang="en-US" dirty="0"/>
              <a:t>For-loop has been used. </a:t>
            </a:r>
            <a:endParaRPr lang="en-IN" dirty="0"/>
          </a:p>
        </p:txBody>
      </p:sp>
    </p:spTree>
    <p:extLst>
      <p:ext uri="{BB962C8B-B14F-4D97-AF65-F5344CB8AC3E}">
        <p14:creationId xmlns:p14="http://schemas.microsoft.com/office/powerpoint/2010/main" val="4106505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755C4-EDAB-7FCE-26FA-46449BE6E11E}"/>
              </a:ext>
            </a:extLst>
          </p:cNvPr>
          <p:cNvSpPr>
            <a:spLocks noGrp="1"/>
          </p:cNvSpPr>
          <p:nvPr>
            <p:ph type="title"/>
          </p:nvPr>
        </p:nvSpPr>
        <p:spPr/>
        <p:txBody>
          <a:bodyPr/>
          <a:lstStyle/>
          <a:p>
            <a:pPr algn="l"/>
            <a:r>
              <a:rPr lang="en-US" dirty="0">
                <a:solidFill>
                  <a:srgbClr val="FFC000"/>
                </a:solidFill>
              </a:rPr>
              <a:t>CO3:</a:t>
            </a:r>
            <a:endParaRPr lang="en-IN" dirty="0">
              <a:solidFill>
                <a:srgbClr val="FFC000"/>
              </a:solidFill>
            </a:endParaRPr>
          </a:p>
        </p:txBody>
      </p:sp>
      <p:sp>
        <p:nvSpPr>
          <p:cNvPr id="3" name="Content Placeholder 2">
            <a:extLst>
              <a:ext uri="{FF2B5EF4-FFF2-40B4-BE49-F238E27FC236}">
                <a16:creationId xmlns:a16="http://schemas.microsoft.com/office/drawing/2014/main" id="{95200E41-A1EC-96A8-DC6E-E82803BF0DD2}"/>
              </a:ext>
            </a:extLst>
          </p:cNvPr>
          <p:cNvSpPr>
            <a:spLocks noGrp="1"/>
          </p:cNvSpPr>
          <p:nvPr>
            <p:ph idx="1"/>
          </p:nvPr>
        </p:nvSpPr>
        <p:spPr/>
        <p:txBody>
          <a:bodyPr/>
          <a:lstStyle/>
          <a:p>
            <a:r>
              <a:rPr lang="en-US" dirty="0"/>
              <a:t>1-D Array has been used to store the names of the participants and votes.</a:t>
            </a:r>
          </a:p>
          <a:p>
            <a:endParaRPr lang="en-IN" dirty="0"/>
          </a:p>
        </p:txBody>
      </p:sp>
    </p:spTree>
    <p:extLst>
      <p:ext uri="{BB962C8B-B14F-4D97-AF65-F5344CB8AC3E}">
        <p14:creationId xmlns:p14="http://schemas.microsoft.com/office/powerpoint/2010/main" val="1201329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A9B5-91BB-E74A-D162-4C75B36726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9CE7E6-791A-4895-1DBF-0C94C34B3E3C}"/>
              </a:ext>
            </a:extLst>
          </p:cNvPr>
          <p:cNvSpPr>
            <a:spLocks noGrp="1"/>
          </p:cNvSpPr>
          <p:nvPr>
            <p:ph idx="1"/>
          </p:nvPr>
        </p:nvSpPr>
        <p:spPr/>
        <p:txBody>
          <a:bodyPr/>
          <a:lstStyle/>
          <a:p>
            <a:r>
              <a:rPr lang="en-IN" dirty="0"/>
              <a:t>Git hub link-</a:t>
            </a:r>
          </a:p>
          <a:p>
            <a:pPr marL="36900" indent="0">
              <a:buNone/>
            </a:pPr>
            <a:r>
              <a:rPr lang="en-IN" dirty="0"/>
              <a:t>https://github.com/Teja5656/KLH-Bachupally-Y26-Batch-no.4-Student-Council-Election-Tally-System</a:t>
            </a:r>
          </a:p>
        </p:txBody>
      </p:sp>
    </p:spTree>
    <p:extLst>
      <p:ext uri="{BB962C8B-B14F-4D97-AF65-F5344CB8AC3E}">
        <p14:creationId xmlns:p14="http://schemas.microsoft.com/office/powerpoint/2010/main" val="23660361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499</TotalTime>
  <Words>395</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Calisto MT</vt:lpstr>
      <vt:lpstr>Wingdings 2</vt:lpstr>
      <vt:lpstr>Slate</vt:lpstr>
      <vt:lpstr>Student Council Election Tally System</vt:lpstr>
      <vt:lpstr>Abstract:</vt:lpstr>
      <vt:lpstr>Understanding Problem Statement:</vt:lpstr>
      <vt:lpstr>CO1:</vt:lpstr>
      <vt:lpstr>CO2:</vt:lpstr>
      <vt:lpstr>CO3: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 T</dc:creator>
  <cp:lastModifiedBy>Teja T</cp:lastModifiedBy>
  <cp:revision>1</cp:revision>
  <dcterms:created xsi:type="dcterms:W3CDTF">2026-09-21T08:52:55Z</dcterms:created>
  <dcterms:modified xsi:type="dcterms:W3CDTF">2026-09-21T17:12:39Z</dcterms:modified>
</cp:coreProperties>
</file>